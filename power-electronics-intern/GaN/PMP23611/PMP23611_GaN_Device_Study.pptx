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dde60d36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dde60d36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15f63fb2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15f63fb2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dde60d36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dde60d36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dde60d36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dde60d36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dde60d36e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dde60d36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dde60d36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dde60d36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dde60d36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dde60d36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dde60d36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dde60d36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dde60d36e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dde60d36e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dde60d36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dde60d36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dde60d36e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dde60d36e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dde60d36e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dde60d36e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dde60d36e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edde60d36e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dde60d36e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dde60d36e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dde60d36e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edde60d36e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dde60d36e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edde60d36e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dde60d36e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edde60d36e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17288c8b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f17288c8b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17288c8b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17288c8b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ti.com/tool/PMP23611#description" TargetMode="External"/><Relationship Id="rId4" Type="http://schemas.openxmlformats.org/officeDocument/2006/relationships/hyperlink" Target="https://www.ti.com/lit/ug/slvt221/slvt221.pdf?ts=1781764557331&amp;ref_url=https%253A%252F%252Fwww.ti.com%252Ftool%252FPMP23611" TargetMode="External"/><Relationship Id="rId5" Type="http://schemas.openxmlformats.org/officeDocument/2006/relationships/hyperlink" Target="https://www.ti.com/lit/df/slvrbq7/slvrbq7.pdf?ts=1781764553199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Relationship Id="rId4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Relationship Id="rId4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31.png"/><Relationship Id="rId5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Relationship Id="rId4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37.png"/><Relationship Id="rId5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PMP23611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7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15" u="sng">
                <a:solidFill>
                  <a:schemeClr val="hlink"/>
                </a:solidFill>
                <a:hlinkClick r:id="rId3"/>
              </a:rPr>
              <a:t>https://www.ti.com/tool/PMP23611#description</a:t>
            </a:r>
            <a:endParaRPr sz="5015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15" u="sng">
                <a:solidFill>
                  <a:schemeClr val="hlink"/>
                </a:solidFill>
                <a:hlinkClick r:id="rId4"/>
              </a:rPr>
              <a:t>https://www.ti.com/lit/ug/slvt221/slvt221.pdf?ts=1781764557331&amp;ref_url=https%253A%252F%252Fwww.ti.com%252Ftool%252FPMP23611</a:t>
            </a:r>
            <a:endParaRPr sz="5015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15" u="sng">
                <a:solidFill>
                  <a:schemeClr val="hlink"/>
                </a:solidFill>
                <a:hlinkClick r:id="rId5"/>
              </a:rPr>
              <a:t>https://www.ti.com/lit/df/slvrbq7/slvrbq7.pdf?ts=1781764553199</a:t>
            </a:r>
            <a:endParaRPr sz="5015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459625" y="376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820"/>
              <a:t>System</a:t>
            </a:r>
            <a:r>
              <a:rPr b="1" lang="en" sz="2820"/>
              <a:t> Description</a:t>
            </a:r>
            <a:endParaRPr b="1" sz="282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The PMP23611 is a 48V to 5V, 300W automotive DC-DC buck converter 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Regulated 5V output capable of delivering up to 50A load current.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Two-phase interleaved buck converter architecture 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LM5137F-Q1 controller generates PWM signals and regulates the output voltage 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LMG2100R044 integrated GaN half-bridge power stage for high-efficiency power conversion.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14040"/>
            <a:ext cx="9144000" cy="131542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311025" y="678950"/>
            <a:ext cx="6554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</a:rPr>
              <a:t>System Specifications</a:t>
            </a:r>
            <a:endParaRPr b="1"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7499" y="-12"/>
            <a:ext cx="3976701" cy="410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875" y="323075"/>
            <a:ext cx="3402875" cy="390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9525" y="2921946"/>
            <a:ext cx="1577975" cy="21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" name="Google Shape;75;p16"/>
          <p:cNvCxnSpPr/>
          <p:nvPr/>
        </p:nvCxnSpPr>
        <p:spPr>
          <a:xfrm>
            <a:off x="914150" y="735875"/>
            <a:ext cx="6759300" cy="591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16"/>
          <p:cNvCxnSpPr/>
          <p:nvPr/>
        </p:nvCxnSpPr>
        <p:spPr>
          <a:xfrm flipH="1" rot="10800000">
            <a:off x="914150" y="1578075"/>
            <a:ext cx="4847700" cy="2082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77" name="Google Shape;77;p16"/>
          <p:cNvSpPr txBox="1"/>
          <p:nvPr/>
        </p:nvSpPr>
        <p:spPr>
          <a:xfrm>
            <a:off x="5316175" y="4320375"/>
            <a:ext cx="354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4-pin represents input and output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3527" y="152400"/>
            <a:ext cx="3003510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100" y="493775"/>
            <a:ext cx="5588727" cy="26856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" name="Google Shape;84;p17"/>
          <p:cNvCxnSpPr/>
          <p:nvPr/>
        </p:nvCxnSpPr>
        <p:spPr>
          <a:xfrm flipH="1" rot="10800000">
            <a:off x="254150" y="326275"/>
            <a:ext cx="6827700" cy="955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7"/>
          <p:cNvCxnSpPr/>
          <p:nvPr/>
        </p:nvCxnSpPr>
        <p:spPr>
          <a:xfrm>
            <a:off x="4987975" y="1930700"/>
            <a:ext cx="1308600" cy="1627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triangle"/>
          </a:ln>
        </p:spPr>
      </p:cxnSp>
      <p:pic>
        <p:nvPicPr>
          <p:cNvPr id="86" name="Google Shape;8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03275" y="3044621"/>
            <a:ext cx="1835625" cy="201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000" y="1335875"/>
            <a:ext cx="4562476" cy="279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4976" y="106875"/>
            <a:ext cx="1943100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49575" y="2172088"/>
            <a:ext cx="1866900" cy="2828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18"/>
          <p:cNvCxnSpPr/>
          <p:nvPr/>
        </p:nvCxnSpPr>
        <p:spPr>
          <a:xfrm flipH="1" rot="10800000">
            <a:off x="936900" y="2260825"/>
            <a:ext cx="4426500" cy="102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8"/>
          <p:cNvCxnSpPr>
            <a:endCxn id="93" idx="1"/>
          </p:cNvCxnSpPr>
          <p:nvPr/>
        </p:nvCxnSpPr>
        <p:spPr>
          <a:xfrm>
            <a:off x="3679475" y="2784050"/>
            <a:ext cx="3170100" cy="80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7600" y="2212075"/>
            <a:ext cx="6082525" cy="285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2612799" cy="23180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p19"/>
          <p:cNvCxnSpPr/>
          <p:nvPr/>
        </p:nvCxnSpPr>
        <p:spPr>
          <a:xfrm>
            <a:off x="732075" y="531050"/>
            <a:ext cx="5757900" cy="2321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03" name="Google Shape;103;p19"/>
          <p:cNvCxnSpPr/>
          <p:nvPr/>
        </p:nvCxnSpPr>
        <p:spPr>
          <a:xfrm>
            <a:off x="1756225" y="1270700"/>
            <a:ext cx="1365600" cy="2241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114675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9475" y="152400"/>
            <a:ext cx="5467271" cy="48386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20"/>
          <p:cNvCxnSpPr/>
          <p:nvPr/>
        </p:nvCxnSpPr>
        <p:spPr>
          <a:xfrm>
            <a:off x="1414850" y="838275"/>
            <a:ext cx="2139300" cy="79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11" name="Google Shape;111;p20"/>
          <p:cNvCxnSpPr/>
          <p:nvPr/>
        </p:nvCxnSpPr>
        <p:spPr>
          <a:xfrm>
            <a:off x="2302425" y="1782775"/>
            <a:ext cx="3152100" cy="1240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triangle"/>
          </a:ln>
        </p:spPr>
      </p:cxnSp>
      <p:pic>
        <p:nvPicPr>
          <p:cNvPr id="112" name="Google Shape;11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37275" y="3023275"/>
            <a:ext cx="4381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1775" y="209300"/>
            <a:ext cx="2963766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475" y="835150"/>
            <a:ext cx="4876800" cy="2667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" name="Google Shape;119;p21"/>
          <p:cNvCxnSpPr/>
          <p:nvPr/>
        </p:nvCxnSpPr>
        <p:spPr>
          <a:xfrm flipH="1" rot="10800000">
            <a:off x="3906925" y="667625"/>
            <a:ext cx="2355600" cy="978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0" name="Google Shape;120;p21"/>
          <p:cNvCxnSpPr/>
          <p:nvPr/>
        </p:nvCxnSpPr>
        <p:spPr>
          <a:xfrm>
            <a:off x="663800" y="2124150"/>
            <a:ext cx="5667000" cy="2503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444875" cy="2152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76036"/>
            <a:ext cx="53340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56250" y="1102325"/>
            <a:ext cx="3917699" cy="36611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" name="Google Shape;128;p22"/>
          <p:cNvCxnSpPr/>
          <p:nvPr/>
        </p:nvCxnSpPr>
        <p:spPr>
          <a:xfrm>
            <a:off x="4145900" y="713100"/>
            <a:ext cx="4096500" cy="2457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p22"/>
          <p:cNvCxnSpPr/>
          <p:nvPr/>
        </p:nvCxnSpPr>
        <p:spPr>
          <a:xfrm>
            <a:off x="1824500" y="713100"/>
            <a:ext cx="4404000" cy="751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30" name="Google Shape;130;p22"/>
          <p:cNvCxnSpPr/>
          <p:nvPr/>
        </p:nvCxnSpPr>
        <p:spPr>
          <a:xfrm>
            <a:off x="1050700" y="1760025"/>
            <a:ext cx="4415100" cy="17298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9675" y="868950"/>
            <a:ext cx="4950751" cy="340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300" y="1157275"/>
            <a:ext cx="3609975" cy="282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18600"/>
            <a:ext cx="8839197" cy="3324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6100" y="0"/>
            <a:ext cx="2643668" cy="181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24"/>
          <p:cNvCxnSpPr/>
          <p:nvPr/>
        </p:nvCxnSpPr>
        <p:spPr>
          <a:xfrm>
            <a:off x="4965225" y="1646225"/>
            <a:ext cx="3027000" cy="18891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24"/>
          <p:cNvCxnSpPr/>
          <p:nvPr/>
        </p:nvCxnSpPr>
        <p:spPr>
          <a:xfrm>
            <a:off x="4851425" y="1031725"/>
            <a:ext cx="113700" cy="1445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lgDash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24"/>
          <p:cNvCxnSpPr/>
          <p:nvPr/>
        </p:nvCxnSpPr>
        <p:spPr>
          <a:xfrm flipH="1">
            <a:off x="2916950" y="303450"/>
            <a:ext cx="147900" cy="2822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7950" y="831875"/>
            <a:ext cx="5233876" cy="402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425" y="92224"/>
            <a:ext cx="4032100" cy="1323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" name="Google Shape;152;p25"/>
          <p:cNvCxnSpPr/>
          <p:nvPr/>
        </p:nvCxnSpPr>
        <p:spPr>
          <a:xfrm>
            <a:off x="1062075" y="1191050"/>
            <a:ext cx="4278600" cy="1889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25"/>
          <p:cNvCxnSpPr/>
          <p:nvPr/>
        </p:nvCxnSpPr>
        <p:spPr>
          <a:xfrm>
            <a:off x="2147600" y="682650"/>
            <a:ext cx="3420600" cy="906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4" name="Google Shape;154;p25"/>
          <p:cNvCxnSpPr/>
          <p:nvPr/>
        </p:nvCxnSpPr>
        <p:spPr>
          <a:xfrm>
            <a:off x="3440375" y="633450"/>
            <a:ext cx="5280000" cy="32544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25"/>
          <p:cNvCxnSpPr/>
          <p:nvPr/>
        </p:nvCxnSpPr>
        <p:spPr>
          <a:xfrm>
            <a:off x="3069325" y="1138625"/>
            <a:ext cx="5059500" cy="33183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50" y="84100"/>
            <a:ext cx="8839199" cy="937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918051"/>
            <a:ext cx="3735475" cy="256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50" y="1264689"/>
            <a:ext cx="9144001" cy="1653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000" y="254850"/>
            <a:ext cx="4508633" cy="130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1033" y="152400"/>
            <a:ext cx="3575623" cy="4838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" name="Google Shape;169;p27"/>
          <p:cNvCxnSpPr/>
          <p:nvPr/>
        </p:nvCxnSpPr>
        <p:spPr>
          <a:xfrm>
            <a:off x="3212800" y="986225"/>
            <a:ext cx="2924400" cy="1843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70" name="Google Shape;170;p27"/>
          <p:cNvCxnSpPr/>
          <p:nvPr/>
        </p:nvCxnSpPr>
        <p:spPr>
          <a:xfrm flipH="1" rot="10800000">
            <a:off x="1590000" y="307975"/>
            <a:ext cx="4085400" cy="4665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6925" y="152400"/>
            <a:ext cx="3619450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3619735" cy="48387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177;p28"/>
          <p:cNvCxnSpPr/>
          <p:nvPr/>
        </p:nvCxnSpPr>
        <p:spPr>
          <a:xfrm flipH="1" rot="10800000">
            <a:off x="402075" y="974725"/>
            <a:ext cx="4767900" cy="57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p28"/>
          <p:cNvCxnSpPr/>
          <p:nvPr/>
        </p:nvCxnSpPr>
        <p:spPr>
          <a:xfrm>
            <a:off x="1870025" y="1771400"/>
            <a:ext cx="4995600" cy="284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28"/>
          <p:cNvCxnSpPr/>
          <p:nvPr/>
        </p:nvCxnSpPr>
        <p:spPr>
          <a:xfrm>
            <a:off x="2461750" y="1577950"/>
            <a:ext cx="3254400" cy="1399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28"/>
          <p:cNvCxnSpPr/>
          <p:nvPr/>
        </p:nvCxnSpPr>
        <p:spPr>
          <a:xfrm>
            <a:off x="3440400" y="1202500"/>
            <a:ext cx="2025600" cy="2150700"/>
          </a:xfrm>
          <a:prstGeom prst="straightConnector1">
            <a:avLst/>
          </a:prstGeom>
          <a:noFill/>
          <a:ln cap="flat" cmpd="sng" w="38100">
            <a:solidFill>
              <a:srgbClr val="00FFFF"/>
            </a:solidFill>
            <a:prstDash val="lgDashDot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0425" y="2655850"/>
            <a:ext cx="3063575" cy="231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1400" y="118250"/>
            <a:ext cx="5974539" cy="232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725" y="2795550"/>
            <a:ext cx="5836375" cy="1895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29"/>
          <p:cNvCxnSpPr/>
          <p:nvPr/>
        </p:nvCxnSpPr>
        <p:spPr>
          <a:xfrm flipH="1" rot="10800000">
            <a:off x="1187250" y="758600"/>
            <a:ext cx="2093700" cy="26742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p29"/>
          <p:cNvCxnSpPr/>
          <p:nvPr/>
        </p:nvCxnSpPr>
        <p:spPr>
          <a:xfrm flipH="1" rot="10800000">
            <a:off x="2734850" y="1998850"/>
            <a:ext cx="2253000" cy="1399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29"/>
          <p:cNvCxnSpPr/>
          <p:nvPr/>
        </p:nvCxnSpPr>
        <p:spPr>
          <a:xfrm flipH="1" rot="10800000">
            <a:off x="4259700" y="1077325"/>
            <a:ext cx="3527700" cy="2617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91" name="Google Shape;191;p29"/>
          <p:cNvCxnSpPr/>
          <p:nvPr/>
        </p:nvCxnSpPr>
        <p:spPr>
          <a:xfrm>
            <a:off x="2143125" y="3205200"/>
            <a:ext cx="4210500" cy="751200"/>
          </a:xfrm>
          <a:prstGeom prst="straightConnector1">
            <a:avLst/>
          </a:prstGeom>
          <a:noFill/>
          <a:ln cap="flat" cmpd="sng" w="28575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2850" y="152400"/>
            <a:ext cx="485829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0"/>
          <p:cNvSpPr/>
          <p:nvPr/>
        </p:nvSpPr>
        <p:spPr>
          <a:xfrm>
            <a:off x="6477575" y="1116825"/>
            <a:ext cx="178375" cy="2030325"/>
          </a:xfrm>
          <a:custGeom>
            <a:rect b="b" l="l" r="r" t="t"/>
            <a:pathLst>
              <a:path extrusionOk="0" h="81213" w="7135">
                <a:moveTo>
                  <a:pt x="6706" y="0"/>
                </a:moveTo>
                <a:cubicBezTo>
                  <a:pt x="8868" y="8652"/>
                  <a:pt x="1950" y="17240"/>
                  <a:pt x="690" y="26068"/>
                </a:cubicBezTo>
                <a:cubicBezTo>
                  <a:pt x="-1912" y="44299"/>
                  <a:pt x="4032" y="62798"/>
                  <a:pt x="4032" y="81213"/>
                </a:cubicBezTo>
              </a:path>
            </a:pathLst>
          </a:cu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775" y="152400"/>
            <a:ext cx="479412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8050" y="152400"/>
            <a:ext cx="4816779" cy="4838699"/>
          </a:xfrm>
          <a:prstGeom prst="rect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8" name="Google Shape;208;p32"/>
          <p:cNvSpPr/>
          <p:nvPr/>
        </p:nvSpPr>
        <p:spPr>
          <a:xfrm>
            <a:off x="6437575" y="1390425"/>
            <a:ext cx="330850" cy="1904525"/>
          </a:xfrm>
          <a:custGeom>
            <a:rect b="b" l="l" r="r" t="t"/>
            <a:pathLst>
              <a:path extrusionOk="0" h="76181" w="13234">
                <a:moveTo>
                  <a:pt x="7226" y="0"/>
                </a:moveTo>
                <a:cubicBezTo>
                  <a:pt x="15168" y="15883"/>
                  <a:pt x="14161" y="35981"/>
                  <a:pt x="9854" y="53209"/>
                </a:cubicBezTo>
                <a:cubicBezTo>
                  <a:pt x="8154" y="60010"/>
                  <a:pt x="11415" y="67580"/>
                  <a:pt x="9197" y="74230"/>
                </a:cubicBezTo>
                <a:cubicBezTo>
                  <a:pt x="8225" y="77146"/>
                  <a:pt x="2749" y="76260"/>
                  <a:pt x="0" y="74886"/>
                </a:cubicBezTo>
              </a:path>
            </a:pathLst>
          </a:cu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09" name="Google Shape;209;p32"/>
          <p:cNvSpPr/>
          <p:nvPr/>
        </p:nvSpPr>
        <p:spPr>
          <a:xfrm>
            <a:off x="4992425" y="1810509"/>
            <a:ext cx="1478000" cy="1459700"/>
          </a:xfrm>
          <a:custGeom>
            <a:rect b="b" l="l" r="r" t="t"/>
            <a:pathLst>
              <a:path extrusionOk="0" h="58388" w="59120">
                <a:moveTo>
                  <a:pt x="59120" y="58083"/>
                </a:moveTo>
                <a:cubicBezTo>
                  <a:pt x="54230" y="59306"/>
                  <a:pt x="47628" y="54487"/>
                  <a:pt x="46639" y="49544"/>
                </a:cubicBezTo>
                <a:cubicBezTo>
                  <a:pt x="45565" y="44176"/>
                  <a:pt x="52309" y="39146"/>
                  <a:pt x="51237" y="33778"/>
                </a:cubicBezTo>
                <a:cubicBezTo>
                  <a:pt x="50446" y="29819"/>
                  <a:pt x="45160" y="28193"/>
                  <a:pt x="43355" y="24582"/>
                </a:cubicBezTo>
                <a:cubicBezTo>
                  <a:pt x="41863" y="21599"/>
                  <a:pt x="41263" y="18160"/>
                  <a:pt x="39413" y="15385"/>
                </a:cubicBezTo>
                <a:cubicBezTo>
                  <a:pt x="31930" y="4160"/>
                  <a:pt x="0" y="-7302"/>
                  <a:pt x="0" y="6189"/>
                </a:cubicBezTo>
              </a:path>
            </a:pathLst>
          </a:cu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0" name="Google Shape;210;p32"/>
          <p:cNvSpPr/>
          <p:nvPr/>
        </p:nvSpPr>
        <p:spPr>
          <a:xfrm>
            <a:off x="4666164" y="1946025"/>
            <a:ext cx="881150" cy="1466200"/>
          </a:xfrm>
          <a:custGeom>
            <a:rect b="b" l="l" r="r" t="t"/>
            <a:pathLst>
              <a:path extrusionOk="0" h="58648" w="35246">
                <a:moveTo>
                  <a:pt x="12986" y="0"/>
                </a:moveTo>
                <a:cubicBezTo>
                  <a:pt x="14366" y="4142"/>
                  <a:pt x="18908" y="10048"/>
                  <a:pt x="15554" y="12843"/>
                </a:cubicBezTo>
                <a:cubicBezTo>
                  <a:pt x="12991" y="14979"/>
                  <a:pt x="10200" y="8769"/>
                  <a:pt x="8063" y="6207"/>
                </a:cubicBezTo>
                <a:cubicBezTo>
                  <a:pt x="6463" y="4288"/>
                  <a:pt x="1448" y="4082"/>
                  <a:pt x="571" y="6421"/>
                </a:cubicBezTo>
                <a:cubicBezTo>
                  <a:pt x="-1933" y="13102"/>
                  <a:pt x="5017" y="20005"/>
                  <a:pt x="6564" y="26970"/>
                </a:cubicBezTo>
                <a:cubicBezTo>
                  <a:pt x="8194" y="34307"/>
                  <a:pt x="8016" y="43991"/>
                  <a:pt x="14270" y="48160"/>
                </a:cubicBezTo>
                <a:cubicBezTo>
                  <a:pt x="20774" y="52496"/>
                  <a:pt x="29718" y="53120"/>
                  <a:pt x="35246" y="58648"/>
                </a:cubicBezTo>
              </a:path>
            </a:pathLst>
          </a:cu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1" name="Google Shape;211;p32"/>
          <p:cNvSpPr/>
          <p:nvPr/>
        </p:nvSpPr>
        <p:spPr>
          <a:xfrm>
            <a:off x="4006200" y="3390825"/>
            <a:ext cx="1758325" cy="487500"/>
          </a:xfrm>
          <a:custGeom>
            <a:rect b="b" l="l" r="r" t="t"/>
            <a:pathLst>
              <a:path extrusionOk="0" h="19500" w="70333">
                <a:moveTo>
                  <a:pt x="61217" y="0"/>
                </a:moveTo>
                <a:cubicBezTo>
                  <a:pt x="65274" y="1352"/>
                  <a:pt x="66033" y="7233"/>
                  <a:pt x="67210" y="11345"/>
                </a:cubicBezTo>
                <a:cubicBezTo>
                  <a:pt x="67863" y="13625"/>
                  <a:pt x="71709" y="16602"/>
                  <a:pt x="69779" y="17980"/>
                </a:cubicBezTo>
                <a:cubicBezTo>
                  <a:pt x="65940" y="20722"/>
                  <a:pt x="60370" y="18836"/>
                  <a:pt x="55652" y="18836"/>
                </a:cubicBezTo>
                <a:cubicBezTo>
                  <a:pt x="40979" y="18836"/>
                  <a:pt x="26660" y="13271"/>
                  <a:pt x="11987" y="13271"/>
                </a:cubicBezTo>
                <a:cubicBezTo>
                  <a:pt x="7885" y="13271"/>
                  <a:pt x="2273" y="12639"/>
                  <a:pt x="0" y="16054"/>
                </a:cubicBezTo>
              </a:path>
            </a:pathLst>
          </a:cu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2" name="Google Shape;212;p32"/>
          <p:cNvSpPr/>
          <p:nvPr/>
        </p:nvSpPr>
        <p:spPr>
          <a:xfrm>
            <a:off x="5247675" y="1750311"/>
            <a:ext cx="1408050" cy="1418900"/>
          </a:xfrm>
          <a:custGeom>
            <a:rect b="b" l="l" r="r" t="t"/>
            <a:pathLst>
              <a:path extrusionOk="0" h="56756" w="56322">
                <a:moveTo>
                  <a:pt x="54367" y="4191"/>
                </a:moveTo>
                <a:cubicBezTo>
                  <a:pt x="54367" y="14481"/>
                  <a:pt x="57012" y="24765"/>
                  <a:pt x="56080" y="35013"/>
                </a:cubicBezTo>
                <a:cubicBezTo>
                  <a:pt x="55546" y="40890"/>
                  <a:pt x="52865" y="46376"/>
                  <a:pt x="51585" y="52137"/>
                </a:cubicBezTo>
                <a:cubicBezTo>
                  <a:pt x="51126" y="54206"/>
                  <a:pt x="49074" y="57377"/>
                  <a:pt x="47090" y="56632"/>
                </a:cubicBezTo>
                <a:cubicBezTo>
                  <a:pt x="44377" y="55613"/>
                  <a:pt x="41257" y="53993"/>
                  <a:pt x="40240" y="51280"/>
                </a:cubicBezTo>
                <a:cubicBezTo>
                  <a:pt x="39326" y="48842"/>
                  <a:pt x="40518" y="45658"/>
                  <a:pt x="38956" y="43575"/>
                </a:cubicBezTo>
                <a:cubicBezTo>
                  <a:pt x="27316" y="28056"/>
                  <a:pt x="19023" y="-3467"/>
                  <a:pt x="0" y="338"/>
                </a:cubicBezTo>
              </a:path>
            </a:pathLst>
          </a:custGeom>
          <a:noFill/>
          <a:ln cap="flat" cmpd="sng" w="28575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3" name="Google Shape;213;p32"/>
          <p:cNvSpPr/>
          <p:nvPr/>
        </p:nvSpPr>
        <p:spPr>
          <a:xfrm>
            <a:off x="2925275" y="1753375"/>
            <a:ext cx="2359850" cy="1690975"/>
          </a:xfrm>
          <a:custGeom>
            <a:rect b="b" l="l" r="r" t="t"/>
            <a:pathLst>
              <a:path extrusionOk="0" h="67639" w="94394">
                <a:moveTo>
                  <a:pt x="94394" y="0"/>
                </a:moveTo>
                <a:cubicBezTo>
                  <a:pt x="89809" y="0"/>
                  <a:pt x="90731" y="8435"/>
                  <a:pt x="89471" y="12843"/>
                </a:cubicBezTo>
                <a:cubicBezTo>
                  <a:pt x="88709" y="15512"/>
                  <a:pt x="84318" y="15199"/>
                  <a:pt x="81551" y="15412"/>
                </a:cubicBezTo>
                <a:cubicBezTo>
                  <a:pt x="73169" y="16057"/>
                  <a:pt x="64752" y="14064"/>
                  <a:pt x="56508" y="12415"/>
                </a:cubicBezTo>
                <a:cubicBezTo>
                  <a:pt x="52301" y="11574"/>
                  <a:pt x="47791" y="12737"/>
                  <a:pt x="43665" y="11559"/>
                </a:cubicBezTo>
                <a:cubicBezTo>
                  <a:pt x="34777" y="9021"/>
                  <a:pt x="21181" y="1299"/>
                  <a:pt x="16054" y="8990"/>
                </a:cubicBezTo>
                <a:cubicBezTo>
                  <a:pt x="14571" y="11215"/>
                  <a:pt x="19211" y="14031"/>
                  <a:pt x="21833" y="14555"/>
                </a:cubicBezTo>
                <a:cubicBezTo>
                  <a:pt x="24732" y="15135"/>
                  <a:pt x="29408" y="13138"/>
                  <a:pt x="30609" y="15840"/>
                </a:cubicBezTo>
                <a:cubicBezTo>
                  <a:pt x="32536" y="20175"/>
                  <a:pt x="17434" y="14978"/>
                  <a:pt x="16910" y="19693"/>
                </a:cubicBezTo>
                <a:cubicBezTo>
                  <a:pt x="15754" y="30104"/>
                  <a:pt x="28596" y="37964"/>
                  <a:pt x="29752" y="48375"/>
                </a:cubicBezTo>
                <a:cubicBezTo>
                  <a:pt x="30298" y="53292"/>
                  <a:pt x="26418" y="59589"/>
                  <a:pt x="21619" y="60789"/>
                </a:cubicBezTo>
                <a:cubicBezTo>
                  <a:pt x="14285" y="62622"/>
                  <a:pt x="1831" y="60305"/>
                  <a:pt x="0" y="67639"/>
                </a:cubicBezTo>
              </a:path>
            </a:pathLst>
          </a:custGeom>
          <a:noFill/>
          <a:ln cap="flat" cmpd="sng" w="28575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4" name="Google Shape;214;p32"/>
          <p:cNvSpPr/>
          <p:nvPr/>
        </p:nvSpPr>
        <p:spPr>
          <a:xfrm>
            <a:off x="2886093" y="3449700"/>
            <a:ext cx="1071950" cy="813525"/>
          </a:xfrm>
          <a:custGeom>
            <a:rect b="b" l="l" r="r" t="t"/>
            <a:pathLst>
              <a:path extrusionOk="0" h="32541" w="42878">
                <a:moveTo>
                  <a:pt x="1995" y="0"/>
                </a:moveTo>
                <a:cubicBezTo>
                  <a:pt x="1995" y="4638"/>
                  <a:pt x="-2447" y="12579"/>
                  <a:pt x="1995" y="13913"/>
                </a:cubicBezTo>
                <a:cubicBezTo>
                  <a:pt x="10683" y="16522"/>
                  <a:pt x="21272" y="5466"/>
                  <a:pt x="28965" y="10274"/>
                </a:cubicBezTo>
                <a:cubicBezTo>
                  <a:pt x="33262" y="12960"/>
                  <a:pt x="27308" y="20555"/>
                  <a:pt x="28537" y="25471"/>
                </a:cubicBezTo>
                <a:cubicBezTo>
                  <a:pt x="29320" y="28601"/>
                  <a:pt x="33327" y="30254"/>
                  <a:pt x="36457" y="31036"/>
                </a:cubicBezTo>
                <a:cubicBezTo>
                  <a:pt x="37770" y="31364"/>
                  <a:pt x="39183" y="33071"/>
                  <a:pt x="40309" y="32320"/>
                </a:cubicBezTo>
                <a:cubicBezTo>
                  <a:pt x="44877" y="29275"/>
                  <a:pt x="38310" y="19098"/>
                  <a:pt x="42878" y="16053"/>
                </a:cubicBezTo>
              </a:path>
            </a:pathLst>
          </a:custGeom>
          <a:noFill/>
          <a:ln cap="flat" cmpd="sng" w="28575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