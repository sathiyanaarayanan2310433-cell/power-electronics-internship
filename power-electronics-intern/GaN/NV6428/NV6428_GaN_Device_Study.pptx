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a8d717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a8d717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a8d7179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a8d7179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da8d717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da8d717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da8d7179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da8d7179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a8d7179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a8d7179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dde11e6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dde11e6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de11e6e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de11e6e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dde11e6e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dde11e6e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navitassemi.com/wp-content/plugins/gb-navitas-stock-checker/product_files/NV6428_70mO%20Max_Bi-Directional%20GaNFast_TOLT.pdf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NV6428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https://navitassemi.com/wp-content/plugins/gb-navitas-stock-checker/product_files/NV6428_70mO%20Max_Bi-Directional%20GaNFast_TOLT.pdf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Bi-Directional 4-Quadrant GaN power switch: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VSS 650V continuous / 800V transient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52m RSS(ON)_TYP_25C and 49A ISS(CONT_25C)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TOLT-16L thermally-enhanced, top-cooled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 Zero reverse-recovery charge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Up to 2MHz operation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❖"/>
            </a:pPr>
            <a:r>
              <a:rPr lang="en">
                <a:solidFill>
                  <a:schemeClr val="dk1"/>
                </a:solidFill>
              </a:rPr>
              <a:t>Integrated substrate clamp circuit between each source and the common substrate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2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Pinout Diagram</a:t>
            </a:r>
            <a:endParaRPr b="1" sz="28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420275" y="1152475"/>
            <a:ext cx="5412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800350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5825" y="899926"/>
            <a:ext cx="5676025" cy="276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5825" y="3668600"/>
            <a:ext cx="5676024" cy="118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662"/>
            <a:ext cx="9144000" cy="4900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9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STRUCTURE</a:t>
            </a:r>
            <a:endParaRPr b="1" sz="282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590" y="863550"/>
            <a:ext cx="399790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  <a:highlight>
                  <a:schemeClr val="lt1"/>
                </a:highlight>
              </a:rPr>
              <a:t>Mode 1 — both gates off (full block)</a:t>
            </a:r>
            <a:endParaRPr sz="2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  <a:highlight>
                  <a:schemeClr val="lt1"/>
                </a:highlight>
              </a:rPr>
              <a:t>Mode 2 — G1 on, G2 off</a:t>
            </a: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  <a:highlight>
                  <a:schemeClr val="lt1"/>
                </a:highlight>
              </a:rPr>
              <a:t>Mode 3 — G1 off, G2 on</a:t>
            </a: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  <a:highlight>
                  <a:schemeClr val="lt1"/>
                </a:highlight>
              </a:rPr>
              <a:t>Mode 4 — both gates on (full conduct</a:t>
            </a:r>
            <a:r>
              <a:rPr lang="en" sz="2050">
                <a:solidFill>
                  <a:schemeClr val="dk1"/>
                </a:solidFill>
                <a:highlight>
                  <a:srgbClr val="F5F4ED"/>
                </a:highlight>
              </a:rPr>
              <a:t>)</a:t>
            </a:r>
            <a:r>
              <a:rPr lang="en" sz="2100">
                <a:solidFill>
                  <a:schemeClr val="dk1"/>
                </a:solidFill>
              </a:rPr>
              <a:t>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459650" y="1332625"/>
            <a:ext cx="450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highlight>
                  <a:schemeClr val="lt1"/>
                </a:highlight>
              </a:rPr>
              <a:t>Mode 1 — both gates off (full block)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4850" y="45525"/>
            <a:ext cx="2109600" cy="2663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7288" y="2790600"/>
            <a:ext cx="2184730" cy="22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892050" y="3284875"/>
            <a:ext cx="34245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50">
                <a:solidFill>
                  <a:schemeClr val="dk1"/>
                </a:solidFill>
                <a:highlight>
                  <a:schemeClr val="lt1"/>
                </a:highlight>
              </a:rPr>
              <a:t>Mode 2 — G1 on, G2 off</a:t>
            </a:r>
            <a:r>
              <a:rPr lang="en" sz="21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994500" y="1332625"/>
            <a:ext cx="333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50">
                <a:highlight>
                  <a:schemeClr val="lt1"/>
                </a:highlight>
              </a:rPr>
              <a:t>Mode 3 — G1 off, G2 on</a:t>
            </a:r>
            <a:r>
              <a:rPr lang="en" sz="2100">
                <a:highlight>
                  <a:schemeClr val="lt1"/>
                </a:highlight>
              </a:rPr>
              <a:t> 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994500" y="3250725"/>
            <a:ext cx="3185400" cy="13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chemeClr val="dk1"/>
                </a:solidFill>
                <a:highlight>
                  <a:schemeClr val="lt1"/>
                </a:highlight>
              </a:rPr>
              <a:t>Mode 4 — both gates on (full conduct</a:t>
            </a:r>
            <a:r>
              <a:rPr lang="en" sz="2050">
                <a:solidFill>
                  <a:schemeClr val="dk1"/>
                </a:solidFill>
                <a:highlight>
                  <a:srgbClr val="F5F4ED"/>
                </a:highlight>
              </a:rPr>
              <a:t>)</a:t>
            </a:r>
            <a:r>
              <a:rPr lang="en" sz="2100">
                <a:solidFill>
                  <a:schemeClr val="dk1"/>
                </a:solidFill>
              </a:rPr>
              <a:t> </a:t>
            </a:r>
            <a:endParaRPr sz="2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174" y="119800"/>
            <a:ext cx="2598174" cy="245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0050" y="2701175"/>
            <a:ext cx="2496300" cy="217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38" y="19050"/>
            <a:ext cx="8239125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