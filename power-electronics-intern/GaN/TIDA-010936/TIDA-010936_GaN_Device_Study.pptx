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da6ab89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da6ab89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1446df86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1446df86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1446df86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1446df86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1446df86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1446df86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1446df86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1446df86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TIDA-010936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392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120"/>
              <a:t>Overview</a:t>
            </a:r>
            <a:endParaRPr b="1" sz="312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13200"/>
            <a:ext cx="8520600" cy="22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5829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208">
                <a:solidFill>
                  <a:schemeClr val="dk1"/>
                </a:solidFill>
              </a:rPr>
              <a:t>TIDA-010936 is a three-phase GaN motor inverter reference design. </a:t>
            </a:r>
            <a:endParaRPr sz="2208">
              <a:solidFill>
                <a:schemeClr val="dk1"/>
              </a:solidFill>
            </a:endParaRPr>
          </a:p>
          <a:p>
            <a:pPr indent="-35829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208">
                <a:solidFill>
                  <a:schemeClr val="dk1"/>
                </a:solidFill>
              </a:rPr>
              <a:t>Converts a 12V–60V DC input into controlled three-phase AC output. </a:t>
            </a:r>
            <a:endParaRPr sz="2208">
              <a:solidFill>
                <a:schemeClr val="dk1"/>
              </a:solidFill>
            </a:endParaRPr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518"/>
              <a:buChar char="●"/>
            </a:pPr>
            <a:r>
              <a:rPr lang="en" sz="2208">
                <a:solidFill>
                  <a:schemeClr val="dk1"/>
                </a:solidFill>
              </a:rPr>
              <a:t>Generates precise motor voltages using GaN-based half-bridge power stages</a:t>
            </a:r>
            <a:r>
              <a:rPr lang="en">
                <a:solidFill>
                  <a:schemeClr val="dk1"/>
                </a:solidFill>
              </a:rPr>
              <a:t>.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58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120"/>
              <a:t>Features</a:t>
            </a:r>
            <a:endParaRPr b="1" sz="312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Three LMG2100R044 GaN half-bridge modules 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99.3% peak efficiency at 40 kHz PWM 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16 A RMS continuous current 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INA241A current-sense amplifier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AMC0106M05 isolated delta-sigma modulator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1113" y="376238"/>
            <a:ext cx="6581775" cy="43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50">
                <a:highlight>
                  <a:srgbClr val="FFFFFF"/>
                </a:highlight>
              </a:rPr>
              <a:t>TIDA-010936</a:t>
            </a:r>
            <a:endParaRPr b="1" sz="4400"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393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The TIDA-010936 is a motor inverter. Its one job is to take a raw DC supply (a 48V battery, power adapter, or bus) and turn it into the precisely controlled three-phase AC that a brushless motor needs to spin.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50" y="2248263"/>
            <a:ext cx="9144000" cy="1798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353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120"/>
              <a:t>Function</a:t>
            </a:r>
            <a:endParaRPr b="1" sz="3120"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034675"/>
            <a:ext cx="8520600" cy="38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450">
                <a:solidFill>
                  <a:schemeClr val="dk1"/>
                </a:solidFill>
                <a:highlight>
                  <a:srgbClr val="FFFFFF"/>
                </a:highlight>
              </a:rPr>
              <a:t>DC supply — nominally 48V but can be anywhere from 12V to 60V.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</a:rPr>
              <a:t>The main power rail</a:t>
            </a:r>
            <a:r>
              <a:rPr lang="en" sz="1450">
                <a:solidFill>
                  <a:schemeClr val="dk1"/>
                </a:solidFill>
                <a:highlight>
                  <a:srgbClr val="FFFFFF"/>
                </a:highlight>
              </a:rPr>
              <a:t> feeds directly into the GaN half-bridge modules to drive the motor.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</a:rPr>
              <a:t>A buck converter (LMR38010)</a:t>
            </a:r>
            <a:r>
              <a:rPr lang="en" sz="1450">
                <a:solidFill>
                  <a:schemeClr val="dk1"/>
                </a:solidFill>
                <a:highlight>
                  <a:srgbClr val="FFFFFF"/>
                </a:highlight>
              </a:rPr>
              <a:t> steps the 48V down to a clean 5V rail. This supplies the GaN gate drivers.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450">
                <a:solidFill>
                  <a:schemeClr val="dk1"/>
                </a:solidFill>
                <a:highlight>
                  <a:srgbClr val="FFFFFF"/>
                </a:highlight>
              </a:rPr>
              <a:t>A second module (</a:t>
            </a: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</a:rPr>
              <a:t>TPSM82821</a:t>
            </a:r>
            <a:r>
              <a:rPr lang="en" sz="1450">
                <a:solidFill>
                  <a:schemeClr val="dk1"/>
                </a:solidFill>
                <a:highlight>
                  <a:srgbClr val="FFFFFF"/>
                </a:highlight>
              </a:rPr>
              <a:t>) then steps 5V down to 3.3V for all the signal electronics</a:t>
            </a:r>
            <a:r>
              <a:rPr lang="en" sz="1500">
                <a:solidFill>
                  <a:schemeClr val="dk1"/>
                </a:solidFill>
              </a:rPr>
              <a:t> like </a:t>
            </a:r>
            <a:r>
              <a:rPr lang="en" sz="1450">
                <a:solidFill>
                  <a:schemeClr val="dk1"/>
                </a:solidFill>
                <a:highlight>
                  <a:srgbClr val="FFFFFF"/>
                </a:highlight>
              </a:rPr>
              <a:t>current sense amplifiers, voltage reference, PWM buffers, and optionally the MCU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450">
                <a:solidFill>
                  <a:srgbClr val="3D3D3A"/>
                </a:solidFill>
                <a:highlight>
                  <a:srgbClr val="FFFFFF"/>
                </a:highlight>
              </a:rPr>
              <a:t> Brain - a C2000 or Sitara processor on a LaunchPad board. It runs a motor control algorithm (like Field-Oriented Control, FOC) that continuously calculates</a:t>
            </a:r>
            <a:r>
              <a:rPr lang="en" sz="1500">
                <a:solidFill>
                  <a:schemeClr val="dk1"/>
                </a:solidFill>
              </a:rPr>
              <a:t> :</a:t>
            </a:r>
            <a:endParaRPr sz="15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450">
                <a:solidFill>
                  <a:srgbClr val="3D3D3A"/>
                </a:solidFill>
                <a:highlight>
                  <a:srgbClr val="FFFFFF"/>
                </a:highlight>
              </a:rPr>
              <a:t> How fast and in which direction of motor.</a:t>
            </a:r>
            <a:endParaRPr sz="1450">
              <a:solidFill>
                <a:srgbClr val="3D3D3A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450">
                <a:solidFill>
                  <a:srgbClr val="3D3D3A"/>
                </a:solidFill>
                <a:highlight>
                  <a:srgbClr val="FFFFFF"/>
                </a:highlight>
              </a:rPr>
              <a:t>What voltage each of the three motor phases needs right now.</a:t>
            </a:r>
            <a:endParaRPr sz="1450">
              <a:solidFill>
                <a:srgbClr val="3D3D3A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450">
                <a:solidFill>
                  <a:srgbClr val="3D3D3A"/>
                </a:solidFill>
                <a:highlight>
                  <a:srgbClr val="FFFFFF"/>
                </a:highlight>
              </a:rPr>
              <a:t> Monitoring fault conditions exist.</a:t>
            </a:r>
            <a:endParaRPr sz="1450">
              <a:solidFill>
                <a:srgbClr val="3D3D3A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450">
                <a:solidFill>
                  <a:srgbClr val="3D3D3A"/>
                </a:solidFill>
                <a:highlight>
                  <a:srgbClr val="FFFFFF"/>
                </a:highlight>
              </a:rPr>
              <a:t>From these calculations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lang="en" sz="1450">
                <a:solidFill>
                  <a:srgbClr val="3D3D3A"/>
                </a:solidFill>
                <a:highlight>
                  <a:srgbClr val="FFFFFF"/>
                </a:highlight>
              </a:rPr>
              <a:t>the ePWM module inside the MCU generates </a:t>
            </a:r>
            <a:r>
              <a:rPr b="1" lang="en" sz="1450">
                <a:solidFill>
                  <a:srgbClr val="3D3D3A"/>
                </a:solidFill>
                <a:highlight>
                  <a:srgbClr val="FFFFFF"/>
                </a:highlight>
              </a:rPr>
              <a:t>6 PWM signals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450">
              <a:solidFill>
                <a:srgbClr val="3D3D3A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